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svg"/><Relationship Id="rId22" Type="http://schemas.openxmlformats.org/officeDocument/2006/relationships/image" Target="../media/image-7-22.png"/><Relationship Id="rId23" Type="http://schemas.openxmlformats.org/officeDocument/2006/relationships/image" Target="../media/image-7-23.svg"/><Relationship Id="rId24" Type="http://schemas.openxmlformats.org/officeDocument/2006/relationships/image" Target="../media/image-7-24.png"/><Relationship Id="rId25" Type="http://schemas.openxmlformats.org/officeDocument/2006/relationships/image" Target="../media/image-7-25.svg"/><Relationship Id="rId26" Type="http://schemas.openxmlformats.org/officeDocument/2006/relationships/image" Target="../media/image-7-26.png"/><Relationship Id="rId27" Type="http://schemas.openxmlformats.org/officeDocument/2006/relationships/image" Target="../media/image-7-27.svg"/><Relationship Id="rId28" Type="http://schemas.openxmlformats.org/officeDocument/2006/relationships/slideLayout" Target="../slideLayouts/slideLayout8.xml"/><Relationship Id="rId2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Uniform Distribution System (UDS)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Transforming corporate uniform management through intelligent automation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5508" y="1341596"/>
            <a:ext cx="4064794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Uniform Challenge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794" y="2067639"/>
            <a:ext cx="3672364" cy="3672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70990" y="2055376"/>
            <a:ext cx="439102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do uniforms reach employees today?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970990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7120533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3882" y="2719507"/>
            <a:ext cx="201811" cy="2018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20533" y="3143369"/>
            <a:ext cx="1978938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Fragmented Channels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120533" y="3475553"/>
            <a:ext cx="2407325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across various platforms like email, phone and WhatsApp leads to disorganization.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775984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9925526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8875" y="2719507"/>
            <a:ext cx="201811" cy="2018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25526" y="3143369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Tracking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925526" y="3475553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Relying on spreadsheets for tracking is prone to errors and inefficiencies.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970990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7120533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3882" y="4790480"/>
            <a:ext cx="201811" cy="2018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20533" y="5214342"/>
            <a:ext cx="1895951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Excessive Follow-ups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120533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Constant manual coordination consumes valuable time and resources.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775984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</p:sp>
      <p:sp>
        <p:nvSpPr>
          <p:cNvPr id="21" name="Shape 15"/>
          <p:cNvSpPr/>
          <p:nvPr/>
        </p:nvSpPr>
        <p:spPr>
          <a:xfrm>
            <a:off x="9925526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48875" y="4790480"/>
            <a:ext cx="201811" cy="2018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25526" y="5214342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Scalability Issues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925526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uniforms across multiple locations and vendors is increasingly difficult.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970990" y="6402348"/>
            <a:ext cx="5511403" cy="39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is precisely where UDS transforms the game. UDS is designed so every feature creates value for at least one stakeholder — and friction for none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29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UDS?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42203"/>
            <a:ext cx="2842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B2B2C SaaS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Unified workflow connecting all stakeholders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342203"/>
            <a:ext cx="2942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Single Source of Truth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request to delivery to payment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Zero Fragmentation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platform replacing multiple tools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529554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"Think of UDS as the operating system for corporate uniforms—streamlining what was once chaotic into something beautifully simple."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40392"/>
            <a:ext cx="30480" cy="1236107"/>
          </a:xfrm>
          <a:prstGeom prst="rect">
            <a:avLst/>
          </a:prstGeom>
          <a:solidFill>
            <a:srgbClr val="84C1F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625"/>
            <a:ext cx="6465213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Three-Way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1759863"/>
            <a:ext cx="1306163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 introducing solutions, let's understand the pain points experienced by each stakeholder in the current system.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84" y="2365296"/>
            <a:ext cx="2418159" cy="2418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4384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Employees Ask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4384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"I just need my uniform—why is it so complicated?"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4384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request processes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delivery visibility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Endless  follow-ups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35" y="2365296"/>
            <a:ext cx="2418159" cy="24181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0535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Employers Wonder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0535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"Why does something operational consume so much management time?"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30535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Approval bottlenecks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spend visibility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 leakage risks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686" y="2365296"/>
            <a:ext cx="2418159" cy="24181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6686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Vendors Face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6686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"Orders arrive constantly, but nothing is standardised."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76686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Scattered demand patterns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fulfillment chaos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Delayed payments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8414" y="400764"/>
            <a:ext cx="3454122" cy="43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UDS Philosophy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448997" y="958691"/>
            <a:ext cx="3810000" cy="1424226"/>
          </a:xfrm>
          <a:prstGeom prst="roundRect">
            <a:avLst>
              <a:gd name="adj" fmla="val 13970"/>
            </a:avLst>
          </a:prstGeom>
          <a:solidFill>
            <a:srgbClr val="3371A5"/>
          </a:solidFill>
          <a:ln/>
        </p:spPr>
      </p:sp>
      <p:sp>
        <p:nvSpPr>
          <p:cNvPr id="4" name="Text 2"/>
          <p:cNvSpPr/>
          <p:nvPr/>
        </p:nvSpPr>
        <p:spPr>
          <a:xfrm>
            <a:off x="2587109" y="1042749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Core Belief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87109" y="1385888"/>
            <a:ext cx="3533775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"Every stakeholder should win—without creating extra work for anyone else."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04146" y="1042749"/>
            <a:ext cx="2290167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Designing for Triple Success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04146" y="1342668"/>
            <a:ext cx="5585341" cy="53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Rather than optimising for just one party at the expense of others, UDS orchestrates a single, automated workflow that benefits employees, employers, and vendors simultaneously.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04146" y="1951673"/>
            <a:ext cx="5585341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result? A system where efficiency gains are shared, frustrations disappear, and everyone experiences genuine improvement in their daily operations.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3197" y="2477572"/>
            <a:ext cx="5383887" cy="50787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40102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Experience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140102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Delight staff with seamless, low-effort workflows.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7112" y="3197724"/>
            <a:ext cx="1709162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Control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27112" y="3810246"/>
            <a:ext cx="1709162" cy="68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oversight without extra administrative burden.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90240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Efficiency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790240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 partners to reduce friction and cost.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548414" y="7650956"/>
            <a:ext cx="9533573" cy="1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approach eliminates trade-offs and creates a genuinely collaborative ecosystem.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857" y="960596"/>
            <a:ext cx="7317819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Unified Stakeholder Experience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857" y="1767245"/>
            <a:ext cx="2248614" cy="2248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857" y="4181475"/>
            <a:ext cx="367605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Employee: Effortless Ordering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33857" y="4585930"/>
            <a:ext cx="3877032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Employees simply request uniforms via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WhatsApp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the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portal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selecting size, role, and location. UDS handles eligibility, approvals, and delivery, providing: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33857" y="5644039"/>
            <a:ext cx="3877032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Acknowledgement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Follow-Ups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05" y="1767245"/>
            <a:ext cx="2248733" cy="22487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6505" y="4181594"/>
            <a:ext cx="368879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Employer: Centralized Control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376505" y="4586049"/>
            <a:ext cx="3877151" cy="73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Employer Dashboard provides comprehensive oversight without manual effort, enabling: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376505" y="5399484"/>
            <a:ext cx="3877151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Configurable Workflows &amp; Eligibility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Monitoring &amp; Management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Branch-Wide Visibility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376505" y="6305550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Eliminates inter-departmental coordination and chasing approvals.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273" y="1767245"/>
            <a:ext cx="2248733" cy="22487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9273" y="4181594"/>
            <a:ext cx="387715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Vendor: Streamlined Fulfillment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419273" y="4911090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Vendors benefit from an organized system that transforms order management: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419273" y="5479852"/>
            <a:ext cx="3877151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Consolidated Demand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SKU Details &amp; Quantities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 Segregation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9419273" y="6385917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logistics ensure timely, accurate fulfillment, reducing errors and complexity.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33857" y="7024330"/>
            <a:ext cx="1196256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platform seamlessly connects all stakeholders, turning individual needs into a synchronized, efficient ecosystem where everyone wins.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1888" y="1005840"/>
            <a:ext cx="3328392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21888" y="1578173"/>
            <a:ext cx="9186505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delivers comprehensive capabilities tailored to each stakeholder.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6043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9154" y="1922859"/>
            <a:ext cx="2739390" cy="2739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9154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59154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8982" y="5095756"/>
            <a:ext cx="199668" cy="1996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36702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Multi-Channel Requests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136702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via WhatsApp or web portal.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59154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8982" y="5657255"/>
            <a:ext cx="199668" cy="1996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36702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136702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orders from dispatch to delivery.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759154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8982" y="6218753"/>
            <a:ext cx="199668" cy="1996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36702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Transparent Status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3136702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visibility on approval &amp; fulfillment.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2759154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08982" y="6780252"/>
            <a:ext cx="199668" cy="1996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36702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Access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3136702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Guaranteed role-based secure access.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5772388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0" y="1922859"/>
            <a:ext cx="2739390" cy="273939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05500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Features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905500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55328" y="5095756"/>
            <a:ext cx="199668" cy="1996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83047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 Dashboard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6283047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Company-wide operational visibility.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5905500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55328" y="5657255"/>
            <a:ext cx="199668" cy="1996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283047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Workflow Automation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6283047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Faster approvals, enforced policies.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5905500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55328" y="6218753"/>
            <a:ext cx="199668" cy="1996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83047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Control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6283047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and control budgets &amp; spending.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5905500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55328" y="6780252"/>
            <a:ext cx="199668" cy="1996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283047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Reporting &amp; Analytics</a:t>
            </a:r>
            <a:endParaRPr lang="en-US" sz="800" dirty="0"/>
          </a:p>
        </p:txBody>
      </p:sp>
      <p:sp>
        <p:nvSpPr>
          <p:cNvPr id="41" name="Text 29"/>
          <p:cNvSpPr/>
          <p:nvPr/>
        </p:nvSpPr>
        <p:spPr>
          <a:xfrm>
            <a:off x="6283047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metrics on requests &amp; spend.</a:t>
            </a:r>
            <a:endParaRPr lang="en-US" sz="800" dirty="0"/>
          </a:p>
        </p:txBody>
      </p:sp>
      <p:sp>
        <p:nvSpPr>
          <p:cNvPr id="42" name="Shape 30"/>
          <p:cNvSpPr/>
          <p:nvPr/>
        </p:nvSpPr>
        <p:spPr>
          <a:xfrm>
            <a:off x="8918734" y="1834991"/>
            <a:ext cx="3100626" cy="5388650"/>
          </a:xfrm>
          <a:prstGeom prst="roundRect">
            <a:avLst>
              <a:gd name="adj" fmla="val 6183"/>
            </a:avLst>
          </a:prstGeom>
          <a:solidFill>
            <a:srgbClr val="D4E8F7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51846" y="1922859"/>
            <a:ext cx="2233732" cy="223373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051846" y="4244459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Features</a:t>
            </a:r>
            <a:endParaRPr lang="en-US" sz="1300" dirty="0"/>
          </a:p>
        </p:txBody>
      </p:sp>
      <p:sp>
        <p:nvSpPr>
          <p:cNvPr id="45" name="Shape 32"/>
          <p:cNvSpPr/>
          <p:nvPr/>
        </p:nvSpPr>
        <p:spPr>
          <a:xfrm>
            <a:off x="9051846" y="4540329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101673" y="4590098"/>
            <a:ext cx="199668" cy="19966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9429393" y="460486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Consolidation</a:t>
            </a:r>
            <a:endParaRPr lang="en-US" sz="800" dirty="0"/>
          </a:p>
        </p:txBody>
      </p:sp>
      <p:sp>
        <p:nvSpPr>
          <p:cNvPr id="48" name="Text 34"/>
          <p:cNvSpPr/>
          <p:nvPr/>
        </p:nvSpPr>
        <p:spPr>
          <a:xfrm>
            <a:off x="9429393" y="4810363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Streamlined procurement demand.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9051846" y="510182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01673" y="5151596"/>
            <a:ext cx="199668" cy="1996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9429393" y="5166360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Inventory Management</a:t>
            </a:r>
            <a:endParaRPr lang="en-US" sz="800" dirty="0"/>
          </a:p>
        </p:txBody>
      </p:sp>
      <p:sp>
        <p:nvSpPr>
          <p:cNvPr id="52" name="Text 37"/>
          <p:cNvSpPr/>
          <p:nvPr/>
        </p:nvSpPr>
        <p:spPr>
          <a:xfrm>
            <a:off x="9429393" y="5371862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stock for better planning.</a:t>
            </a:r>
            <a:endParaRPr lang="en-US" sz="800" dirty="0"/>
          </a:p>
        </p:txBody>
      </p:sp>
      <p:sp>
        <p:nvSpPr>
          <p:cNvPr id="53" name="Shape 38"/>
          <p:cNvSpPr/>
          <p:nvPr/>
        </p:nvSpPr>
        <p:spPr>
          <a:xfrm>
            <a:off x="9051846" y="566332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01673" y="5713095"/>
            <a:ext cx="199668" cy="199668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9429393" y="572785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Logistics Automation</a:t>
            </a:r>
            <a:endParaRPr lang="en-US" sz="800" dirty="0"/>
          </a:p>
        </p:txBody>
      </p:sp>
      <p:sp>
        <p:nvSpPr>
          <p:cNvPr id="56" name="Text 40"/>
          <p:cNvSpPr/>
          <p:nvPr/>
        </p:nvSpPr>
        <p:spPr>
          <a:xfrm>
            <a:off x="9429393" y="593336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shipments.</a:t>
            </a:r>
            <a:endParaRPr lang="en-US" sz="800" dirty="0"/>
          </a:p>
        </p:txBody>
      </p:sp>
      <p:sp>
        <p:nvSpPr>
          <p:cNvPr id="57" name="Shape 41"/>
          <p:cNvSpPr/>
          <p:nvPr/>
        </p:nvSpPr>
        <p:spPr>
          <a:xfrm>
            <a:off x="9051846" y="6224826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01673" y="6274594"/>
            <a:ext cx="199668" cy="199668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9429393" y="6289358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Financial Workflow</a:t>
            </a:r>
            <a:endParaRPr lang="en-US" sz="800" dirty="0"/>
          </a:p>
        </p:txBody>
      </p:sp>
      <p:sp>
        <p:nvSpPr>
          <p:cNvPr id="60" name="Text 43"/>
          <p:cNvSpPr/>
          <p:nvPr/>
        </p:nvSpPr>
        <p:spPr>
          <a:xfrm>
            <a:off x="9429393" y="649485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reconciliation &amp; faster processing.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818674"/>
            <a:ext cx="7344966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Technology Foundation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526" y="1956197"/>
            <a:ext cx="1306734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integrates seamlessly with enterprise systems and external platforms, creating a robust technology backbone that operates reliably at scale.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26" y="2912626"/>
            <a:ext cx="1502093" cy="15020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8415" y="2912626"/>
            <a:ext cx="2395657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WhatsApp Business APIs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558415" y="3742134"/>
            <a:ext cx="2395657" cy="141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integration for mobile-first employee order with instant messaging capabilities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868" y="2912626"/>
            <a:ext cx="1502093" cy="15020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05757" y="2912626"/>
            <a:ext cx="239565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Logistics Partners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005757" y="3393281"/>
            <a:ext cx="2395657" cy="177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Connected with Shiprocket, Eshipz, ClickPost for nationwide delivery coverage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209" y="2912626"/>
            <a:ext cx="1502093" cy="15020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53098" y="2912626"/>
            <a:ext cx="2395776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Finance Workflows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1453098" y="3742134"/>
            <a:ext cx="2395776" cy="21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Bridges operations and finance by embedding PR-PO compliance.</a:t>
            </a:r>
            <a:endParaRPr lang="en-US" sz="1750" dirty="0"/>
          </a:p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ensures clean invoicing, accurate GRNs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81526" y="6116836"/>
            <a:ext cx="13067348" cy="1293971"/>
          </a:xfrm>
          <a:prstGeom prst="roundRect">
            <a:avLst>
              <a:gd name="adj" fmla="val 15532"/>
            </a:avLst>
          </a:prstGeom>
          <a:solidFill>
            <a:srgbClr val="B5DAF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68" y="6451878"/>
            <a:ext cx="279083" cy="2232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7093" y="6392347"/>
            <a:ext cx="1211853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data flows in real time across integrated systems—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3371A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eliminating manual reconciliation entirely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ensuring accuracy at every touchpoint.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7320" y="1065133"/>
            <a:ext cx="4273748" cy="534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 Stack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417320" y="1650802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 end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17320" y="2046684"/>
            <a:ext cx="6910507" cy="809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Framework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TypeScript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2984897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 end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17320" y="3380780"/>
            <a:ext cx="6910507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REST API (114 APIs)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4034195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Repository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4430078"/>
            <a:ext cx="691050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4798695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17320" y="5194578"/>
            <a:ext cx="691050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5563195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Integration Email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17320" y="5959078"/>
            <a:ext cx="6910507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SMTP Nodemailer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6327696"/>
            <a:ext cx="2136815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17320" y="6723578"/>
            <a:ext cx="6910507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OAuth (Role-based access)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auth helpers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52403" y="1065133"/>
            <a:ext cx="2564249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Technologies</a:t>
            </a:r>
            <a:endParaRPr lang="en-US" sz="2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1473" y="1678424"/>
            <a:ext cx="873919" cy="68377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076" y="1678424"/>
            <a:ext cx="1039416" cy="68377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175" y="1678424"/>
            <a:ext cx="931664" cy="683776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6523" y="1678424"/>
            <a:ext cx="854750" cy="683776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848" y="2498884"/>
            <a:ext cx="854750" cy="683776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3282" y="2498884"/>
            <a:ext cx="854750" cy="683776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4715" y="2498884"/>
            <a:ext cx="854750" cy="683776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46148" y="2498884"/>
            <a:ext cx="854750" cy="683776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6018" y="3319343"/>
            <a:ext cx="1880830" cy="6837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538520"/>
            <a:ext cx="4895612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E2E FLOW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324" y="1594128"/>
            <a:ext cx="6980277" cy="48447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324" y="6629043"/>
            <a:ext cx="2447806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5324" y="7103983"/>
            <a:ext cx="6980277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50900" y="1572935"/>
            <a:ext cx="2465903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Notification workflow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900" y="2069068"/>
            <a:ext cx="5801678" cy="50431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50900" y="7302341"/>
            <a:ext cx="580167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2026-02-20T13:37:15Z</dcterms:created>
  <dcterms:modified xsi:type="dcterms:W3CDTF">2026-02-20T13:37:15Z</dcterms:modified>
</cp:coreProperties>
</file>